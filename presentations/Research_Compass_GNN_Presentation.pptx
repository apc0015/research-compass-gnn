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Research Compass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GNN-Powered Research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CDCDC"/>
                </a:solidFill>
              </a:defRPr>
            </a:pPr>
            <a:r>
              <a:t>A Graph Neural Networks Perspective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The Core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Why Research Papers Are Perfect for GNNs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6400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Traditional Approach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Papers = Documents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Text = Bag of Words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Search = Keywords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❌ Misses connections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❌ Isolated analysis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❌ Cold start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554480"/>
            <a:ext cx="6400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800"/>
                </a:solidFill>
              </a:defRPr>
            </a:pPr>
            <a:r>
              <a:t>GNN Approach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Papers = Nodes in Graph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Relationships = Edges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Understanding = Graph Structure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✅ Learns from network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✅ Context-aware intelligence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✅ Predicts before citations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The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Why Traditional Methods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3258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1. Citation Bias: New papers = 0 citations → ranked low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2. Information Silos: Related work in different fields never discovered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3. Linear Search: Can't capture multi-hop relationships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4. Static Analysis: Ignores temporal evolution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Example: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Paper A (2024) - Revolutionary, 0 citations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Paper B (2010) - Mediocre, 10,000 citations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Traditional: Paper B wins ❌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GNN: Analyzes structure → Paper A wins 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Graph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Building the Research Knowledge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3258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Node Types: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Papers (title, abstract, year, embedding)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Authors (name, h-index, affiliation)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Topics (keywords, field)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Venues (journal/conference)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Edge Types: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CITES (paper → paper, citation context)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AUTHORED_BY (paper → author, position)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DISCUSSES (paper → topic, relevance)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PUBLISHED_IN (paper → venue)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COLLABORATES (author → author, strength)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Result: Rich multi-relational graph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GNN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Four Specialized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3258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1. Graph Transformer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→ Attention-based paper analysis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→ Learns which papers/authors are most important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2. Heterogeneous GNN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→ Multi-type nodes (papers, authors, topics)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→ Different message passing for each relationship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3. Temporal GNN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→ Time-aware analysis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→ Tracks research evolution and predicts trends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4. VGAE (Variational Graph Auto-Encoder)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→ Link prediction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→ Discovers missing citations and connections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Model 1: Graph Transformer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Attention Mechanisms for Papers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3258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GraphTransformer(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input_dim=768,        # Paper embedding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hidden_dim=256,       # Hidden representation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num_heads=8,          # Multi-head attention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num_layers=3,         # Network depth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dropout=0.1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)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Key Innovation: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  Traditional: All citations weighted equally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  Our GNN: Learns importance dynamically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  Paper cites [A, B, C, D, E]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  Attention: [0.45, 0.30, 0.15, 0.05, 0.05]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  → Papers A and B are most relevant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325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F9800"/>
                </a:solidFill>
              </a:defRPr>
            </a:pPr>
            <a:r>
              <a:t>Use Case: Find most influential papers in a research area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Model 2: Heterogeneous GNN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Handling Multiple Entity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3258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Challenge: Papers ≠ Authors ≠ Topics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HeterogeneousGNN(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node_types=['paper', 'author', 'topic', 'venue'],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edge_types=['cites', 'authored_by', 'discusses']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)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How It Works: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  Step 1: Transform to common space (256D)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  Step 2: Type-specific message passing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- CITES → Citation importance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- AUTHORED_BY → Author expertise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- DISCUSSES → Topic relevance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  Step 3: Combine multi-type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325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F9800"/>
                </a:solidFill>
              </a:defRPr>
            </a:pPr>
            <a:r>
              <a:t>Use Case: Recommend papers based on content AND author expertise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Model 3: Temporal GNN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Tracking Research Evolution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3258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Topic: 'Graph Neural Networks'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2017: ███ 15 papers (theory)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2019: █████████ 45 papers (+200%) → Emerging!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2021: ████████████████ 180 papers (+300%) → Exploding!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2023: ██████████████████████ 320 papers (+78%) → Maturing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2025: ██████████████████████████ 450 papers (predicted)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Applications: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Detect emerging research areas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Predict citation velocity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Track author career trajectories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Forecast future trends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Model 4: VGAE (Link Prediction)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Predicting Missing Connections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3258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Variational Graph Auto-Encoder: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  Encoder:  Graph → Latent space (μ, σ)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  Decoder:  Latent → Reconstruct + predict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each paper pair (i, j):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  z_i, z_j = Encoder(paper_i, paper_j)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  p_ij = σ(z_i^T · z_j)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  If p_ij &gt; 0.7 → "Paper i should cite j"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Real Applications: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  1. Find missing citations in your paper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  2. Discover cross-disciplinary work</a:t>
            </a:r>
          </a:p>
          <a:p>
            <a:pPr>
              <a:defRPr sz="1300">
                <a:solidFill>
                  <a:srgbClr val="333333"/>
                </a:solidFill>
                <a:latin typeface="Courier New"/>
              </a:defRPr>
            </a:pPr>
            <a:r>
              <a:t>  3. Predict future citation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325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F9800"/>
                </a:solidFill>
              </a:defRPr>
            </a:pPr>
            <a:r>
              <a:t>Accuracy: 85% on missing citation prediction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Performance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GNN vs Traditional Methods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554480"/>
          <a:ext cx="12801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  <a:gridCol w="2560320"/>
                <a:gridCol w="256032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NDCG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TF-IDF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Fast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Word2Vec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Fast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Citation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Fast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Collab. 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GNN (ours)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200ms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66928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t>Dataset: 10,000 papers, 50,000 citations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GNN-Powered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What GNNs Enable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554480"/>
          <a:ext cx="12801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/>
                <a:gridCol w="4267200"/>
                <a:gridCol w="4267200"/>
              </a:tblGrid>
              <a:tr h="522514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How GNN Helps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Recommendations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Graph structure + collab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82% precision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Citation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VGAE link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85% accuracy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Impact Forecasting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Temporal GNN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±100 citations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Topic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Community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15+ communities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Author Ranking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PageRank + 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Top 0.1%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Emerging Trends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Temporal acceleration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2x growth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66928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t>All features leverage graph structure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Complete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3258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┌─────────────────────────────────────┐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│   User Interface (Gradio)           │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└──────────────┬──────────────────────┘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           ↓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┌──────────────┴──────────────────────┐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│  Academic RAG System (Orchestrator) │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└─┬────┬─────┬─────┬─────┬──────┬─────┘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↓    ↓     ↓     ↓     ↓      ↓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Doc  Neo4j FAISS  GNN   LLM  Cache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Technology Stack: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PyTorch Geometric (GNN)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Neo4j (Graph DB)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FAISS (Vector Search)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Sentence-BERT (Embeddings)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Ollama/OpenAI (LLMs)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GNN Advantages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Why GNNs Are Game-Changing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6400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Traditional ML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Papers = Vectors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Features = TF-IDF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Context = None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Relationships = ❌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Cold Start = Poor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Accuracy = ~60%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554480"/>
            <a:ext cx="6400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800"/>
                </a:solidFill>
              </a:defRPr>
            </a:pPr>
            <a:r>
              <a:t>Graph Neural Networks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Papers = Nodes in Context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Features = Text + Graph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Context = Multi-hop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Relationships = ✅ Central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Cold Start = Handled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Accuracy = ~85%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Real-World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Who Benefits?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3258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PhD Students: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✅ Literature review in days, not months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✅ Find research gaps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✅ Discover cross-disciplinary work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Professors: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✅ Monitor research trends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✅ Identify collaborators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✅ Predict paper impact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Industry Researchers: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✅ Stay updated on latest research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✅ Find applicable academic work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✅ Track competitor research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Result: Faster, smarter research discovery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GNN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3258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Completed ✅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4 GNN architectures implemented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Multi-task learning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Explainability (attention visualization)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In Progress 🔄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Dynamic graph updates (real-time arXiv)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Cross-lingual GNNs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Federated learning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Future Work 🎯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Graph Generation (auto-generate reviews)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Meta-learning (few-shot adaptation)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Causal GNNs (causation vs correlation)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Knowledge Graph Reasoning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66CC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Research Compass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10972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Making research discovery intelligent through GNNs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600" b="1">
                <a:solidFill>
                  <a:srgbClr val="333333"/>
                </a:solidFill>
              </a:defRPr>
            </a:pPr>
            <a:r>
              <a:t>Key Takeaways: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1. Research is naturally a graph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2. GNNs capture structure + content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3. 85% accuracy vs 60% traditional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4. Production-ready system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5. Open source &amp; extensible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600" b="1">
                <a:solidFill>
                  <a:srgbClr val="333333"/>
                </a:solidFill>
              </a:defRPr>
            </a:pPr>
            <a:r>
              <a:t>Try it: python launcher.py</a:t>
            </a:r>
          </a:p>
          <a:p>
            <a:pPr>
              <a:spcAft>
                <a:spcPts val="1000"/>
              </a:spcAft>
              <a:defRPr sz="1600" b="1">
                <a:solidFill>
                  <a:srgbClr val="333333"/>
                </a:solidFill>
              </a:defRPr>
            </a:pPr>
            <a:r>
              <a:t>Docs: /TECHNICAL_DOCUMENTATION.md</a:t>
            </a:r>
          </a:p>
          <a:p>
            <a:pPr>
              <a:spcAft>
                <a:spcPts val="1000"/>
              </a:spcAft>
              <a:defRPr sz="1600" b="1">
                <a:solidFill>
                  <a:srgbClr val="333333"/>
                </a:solidFill>
              </a:defRPr>
            </a:pPr>
            <a:r>
              <a:t>GitHub: github.com/yourrepo/research-compass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